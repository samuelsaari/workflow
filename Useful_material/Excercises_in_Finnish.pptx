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8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E1FF66-8589-4620-A62E-29F7E28CA5A5}" v="4" dt="2019-12-11T13:32:23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0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äki, Miika S" userId="0607e178-1540-43e7-97f4-ff67750a6258" providerId="ADAL" clId="{705343CD-7538-4BC7-9C9A-94FD8F81B1A1}"/>
    <pc:docChg chg="modSld">
      <pc:chgData name="Mäki, Miika S" userId="0607e178-1540-43e7-97f4-ff67750a6258" providerId="ADAL" clId="{705343CD-7538-4BC7-9C9A-94FD8F81B1A1}" dt="2019-12-11T08:55:08.328" v="73" actId="20577"/>
      <pc:docMkLst>
        <pc:docMk/>
      </pc:docMkLst>
      <pc:sldChg chg="modSp">
        <pc:chgData name="Mäki, Miika S" userId="0607e178-1540-43e7-97f4-ff67750a6258" providerId="ADAL" clId="{705343CD-7538-4BC7-9C9A-94FD8F81B1A1}" dt="2019-12-11T08:55:08.328" v="73" actId="20577"/>
        <pc:sldMkLst>
          <pc:docMk/>
          <pc:sldMk cId="4107540065" sldId="256"/>
        </pc:sldMkLst>
        <pc:spChg chg="mod">
          <ac:chgData name="Mäki, Miika S" userId="0607e178-1540-43e7-97f4-ff67750a6258" providerId="ADAL" clId="{705343CD-7538-4BC7-9C9A-94FD8F81B1A1}" dt="2019-12-11T08:55:08.328" v="73" actId="20577"/>
          <ac:spMkLst>
            <pc:docMk/>
            <pc:sldMk cId="4107540065" sldId="256"/>
            <ac:spMk id="3" creationId="{81149028-BFCE-4E82-A7F4-7B2A6158E118}"/>
          </ac:spMkLst>
        </pc:spChg>
      </pc:sldChg>
      <pc:sldChg chg="modSp">
        <pc:chgData name="Mäki, Miika S" userId="0607e178-1540-43e7-97f4-ff67750a6258" providerId="ADAL" clId="{705343CD-7538-4BC7-9C9A-94FD8F81B1A1}" dt="2019-12-11T08:52:46.519" v="71" actId="20577"/>
        <pc:sldMkLst>
          <pc:docMk/>
          <pc:sldMk cId="2992233333" sldId="258"/>
        </pc:sldMkLst>
        <pc:spChg chg="mod">
          <ac:chgData name="Mäki, Miika S" userId="0607e178-1540-43e7-97f4-ff67750a6258" providerId="ADAL" clId="{705343CD-7538-4BC7-9C9A-94FD8F81B1A1}" dt="2019-12-11T08:52:14.438" v="65" actId="20577"/>
          <ac:spMkLst>
            <pc:docMk/>
            <pc:sldMk cId="2992233333" sldId="258"/>
            <ac:spMk id="4" creationId="{F0922E54-E627-45E6-B1C6-FEA4C77EA2D6}"/>
          </ac:spMkLst>
        </pc:spChg>
        <pc:spChg chg="mod">
          <ac:chgData name="Mäki, Miika S" userId="0607e178-1540-43e7-97f4-ff67750a6258" providerId="ADAL" clId="{705343CD-7538-4BC7-9C9A-94FD8F81B1A1}" dt="2019-12-11T08:51:08.740" v="17" actId="20577"/>
          <ac:spMkLst>
            <pc:docMk/>
            <pc:sldMk cId="2992233333" sldId="258"/>
            <ac:spMk id="11" creationId="{D6E8538A-E3E9-4371-8C41-D35A05A7F998}"/>
          </ac:spMkLst>
        </pc:spChg>
        <pc:spChg chg="mod">
          <ac:chgData name="Mäki, Miika S" userId="0607e178-1540-43e7-97f4-ff67750a6258" providerId="ADAL" clId="{705343CD-7538-4BC7-9C9A-94FD8F81B1A1}" dt="2019-12-11T08:52:46.519" v="71" actId="20577"/>
          <ac:spMkLst>
            <pc:docMk/>
            <pc:sldMk cId="2992233333" sldId="258"/>
            <ac:spMk id="15" creationId="{D6A4B798-622E-4327-8DC3-2F9FA477F4F1}"/>
          </ac:spMkLst>
        </pc:spChg>
      </pc:sldChg>
    </pc:docChg>
  </pc:docChgLst>
  <pc:docChgLst>
    <pc:chgData name="Miika S Mäki" userId="0607e178-1540-43e7-97f4-ff67750a6258" providerId="ADAL" clId="{79E1FF66-8589-4620-A62E-29F7E28CA5A5}"/>
    <pc:docChg chg="undo custSel modSld">
      <pc:chgData name="Miika S Mäki" userId="0607e178-1540-43e7-97f4-ff67750a6258" providerId="ADAL" clId="{79E1FF66-8589-4620-A62E-29F7E28CA5A5}" dt="2019-12-11T14:18:49.297" v="510" actId="20577"/>
      <pc:docMkLst>
        <pc:docMk/>
      </pc:docMkLst>
      <pc:sldChg chg="modSp">
        <pc:chgData name="Miika S Mäki" userId="0607e178-1540-43e7-97f4-ff67750a6258" providerId="ADAL" clId="{79E1FF66-8589-4620-A62E-29F7E28CA5A5}" dt="2019-12-11T14:18:49.297" v="510" actId="20577"/>
        <pc:sldMkLst>
          <pc:docMk/>
          <pc:sldMk cId="4107540065" sldId="256"/>
        </pc:sldMkLst>
        <pc:spChg chg="mod">
          <ac:chgData name="Miika S Mäki" userId="0607e178-1540-43e7-97f4-ff67750a6258" providerId="ADAL" clId="{79E1FF66-8589-4620-A62E-29F7E28CA5A5}" dt="2019-12-11T14:18:49.297" v="510" actId="20577"/>
          <ac:spMkLst>
            <pc:docMk/>
            <pc:sldMk cId="4107540065" sldId="256"/>
            <ac:spMk id="3" creationId="{81149028-BFCE-4E82-A7F4-7B2A6158E118}"/>
          </ac:spMkLst>
        </pc:spChg>
      </pc:sldChg>
      <pc:sldChg chg="addSp delSp modSp">
        <pc:chgData name="Miika S Mäki" userId="0607e178-1540-43e7-97f4-ff67750a6258" providerId="ADAL" clId="{79E1FF66-8589-4620-A62E-29F7E28CA5A5}" dt="2019-12-11T13:38:04.202" v="508" actId="20577"/>
        <pc:sldMkLst>
          <pc:docMk/>
          <pc:sldMk cId="2992233333" sldId="258"/>
        </pc:sldMkLst>
        <pc:spChg chg="mod">
          <ac:chgData name="Miika S Mäki" userId="0607e178-1540-43e7-97f4-ff67750a6258" providerId="ADAL" clId="{79E1FF66-8589-4620-A62E-29F7E28CA5A5}" dt="2019-12-11T13:35:48.829" v="391" actId="20577"/>
          <ac:spMkLst>
            <pc:docMk/>
            <pc:sldMk cId="2992233333" sldId="258"/>
            <ac:spMk id="4" creationId="{F0922E54-E627-45E6-B1C6-FEA4C77EA2D6}"/>
          </ac:spMkLst>
        </pc:spChg>
        <pc:spChg chg="mod">
          <ac:chgData name="Miika S Mäki" userId="0607e178-1540-43e7-97f4-ff67750a6258" providerId="ADAL" clId="{79E1FF66-8589-4620-A62E-29F7E28CA5A5}" dt="2019-12-11T13:35:14.742" v="342" actId="1036"/>
          <ac:spMkLst>
            <pc:docMk/>
            <pc:sldMk cId="2992233333" sldId="258"/>
            <ac:spMk id="5" creationId="{81487459-11EE-465A-AD51-57175D3D56F2}"/>
          </ac:spMkLst>
        </pc:spChg>
        <pc:spChg chg="mod">
          <ac:chgData name="Miika S Mäki" userId="0607e178-1540-43e7-97f4-ff67750a6258" providerId="ADAL" clId="{79E1FF66-8589-4620-A62E-29F7E28CA5A5}" dt="2019-12-11T13:36:43.631" v="430" actId="20577"/>
          <ac:spMkLst>
            <pc:docMk/>
            <pc:sldMk cId="2992233333" sldId="258"/>
            <ac:spMk id="6" creationId="{415FAB22-1BB2-425F-9037-E7519C0140E0}"/>
          </ac:spMkLst>
        </pc:spChg>
        <pc:spChg chg="mod">
          <ac:chgData name="Miika S Mäki" userId="0607e178-1540-43e7-97f4-ff67750a6258" providerId="ADAL" clId="{79E1FF66-8589-4620-A62E-29F7E28CA5A5}" dt="2019-12-11T13:35:14.742" v="342" actId="1036"/>
          <ac:spMkLst>
            <pc:docMk/>
            <pc:sldMk cId="2992233333" sldId="258"/>
            <ac:spMk id="7" creationId="{087B009B-005F-4E8C-8805-CF36E9B8B6AC}"/>
          </ac:spMkLst>
        </pc:spChg>
        <pc:spChg chg="mod">
          <ac:chgData name="Miika S Mäki" userId="0607e178-1540-43e7-97f4-ff67750a6258" providerId="ADAL" clId="{79E1FF66-8589-4620-A62E-29F7E28CA5A5}" dt="2019-12-11T13:38:04.202" v="508" actId="20577"/>
          <ac:spMkLst>
            <pc:docMk/>
            <pc:sldMk cId="2992233333" sldId="258"/>
            <ac:spMk id="8" creationId="{D844DA20-EBEF-4E4C-B29A-5CC5329EBB4F}"/>
          </ac:spMkLst>
        </pc:spChg>
        <pc:spChg chg="mod">
          <ac:chgData name="Miika S Mäki" userId="0607e178-1540-43e7-97f4-ff67750a6258" providerId="ADAL" clId="{79E1FF66-8589-4620-A62E-29F7E28CA5A5}" dt="2019-12-11T12:51:59.660" v="29" actId="1076"/>
          <ac:spMkLst>
            <pc:docMk/>
            <pc:sldMk cId="2992233333" sldId="258"/>
            <ac:spMk id="9" creationId="{6091F605-69E6-4BA1-9B29-97C8E9309B99}"/>
          </ac:spMkLst>
        </pc:spChg>
        <pc:spChg chg="add del mod">
          <ac:chgData name="Miika S Mäki" userId="0607e178-1540-43e7-97f4-ff67750a6258" providerId="ADAL" clId="{79E1FF66-8589-4620-A62E-29F7E28CA5A5}" dt="2019-12-11T13:31:56.910" v="144" actId="478"/>
          <ac:spMkLst>
            <pc:docMk/>
            <pc:sldMk cId="2992233333" sldId="258"/>
            <ac:spMk id="10" creationId="{7A39A41A-5DDC-4C2D-95B8-3E598A3D643D}"/>
          </ac:spMkLst>
        </pc:spChg>
        <pc:spChg chg="add del mod">
          <ac:chgData name="Miika S Mäki" userId="0607e178-1540-43e7-97f4-ff67750a6258" providerId="ADAL" clId="{79E1FF66-8589-4620-A62E-29F7E28CA5A5}" dt="2019-12-11T13:35:04.033" v="333" actId="478"/>
          <ac:spMkLst>
            <pc:docMk/>
            <pc:sldMk cId="2992233333" sldId="258"/>
            <ac:spMk id="12" creationId="{464EB25B-C58B-481F-8842-22C63B06C6A7}"/>
          </ac:spMkLst>
        </pc:spChg>
        <pc:spChg chg="mod">
          <ac:chgData name="Miika S Mäki" userId="0607e178-1540-43e7-97f4-ff67750a6258" providerId="ADAL" clId="{79E1FF66-8589-4620-A62E-29F7E28CA5A5}" dt="2019-12-11T12:51:56.423" v="28" actId="1076"/>
          <ac:spMkLst>
            <pc:docMk/>
            <pc:sldMk cId="2992233333" sldId="258"/>
            <ac:spMk id="15" creationId="{D6A4B798-622E-4327-8DC3-2F9FA477F4F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11-Dec-19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11-Dec-19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11-Dec-19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11-Dec-19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11-Dec-19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11-Dec-19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11-Dec-19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11-Dec-19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11-Dec-19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11-Dec-19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11-Dec-19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11-Dec-19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BE2C2-BB48-4EAB-82D1-3985B22AD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Tehtäviä</a:t>
            </a:r>
            <a:r>
              <a:rPr lang="en-US" dirty="0"/>
              <a:t> &amp; </a:t>
            </a:r>
            <a:r>
              <a:rPr lang="en-US" dirty="0" err="1"/>
              <a:t>tauko</a:t>
            </a:r>
            <a:r>
              <a:rPr lang="en-US" dirty="0"/>
              <a:t>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149028-BFCE-4E82-A7F4-7B2A6158E1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Valitse</a:t>
            </a:r>
            <a:r>
              <a:rPr lang="en-US"/>
              <a:t> 0-4 </a:t>
            </a:r>
            <a:r>
              <a:rPr lang="en-US" dirty="0" err="1"/>
              <a:t>tehtävää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Tee </a:t>
            </a:r>
            <a:r>
              <a:rPr lang="en-US" dirty="0" err="1"/>
              <a:t>kaikki</a:t>
            </a:r>
            <a:r>
              <a:rPr lang="en-US" dirty="0"/>
              <a:t> </a:t>
            </a:r>
            <a:r>
              <a:rPr lang="en-US" u="sng" dirty="0" err="1"/>
              <a:t>ilman</a:t>
            </a:r>
            <a:r>
              <a:rPr lang="en-US" u="sng" dirty="0"/>
              <a:t> </a:t>
            </a:r>
            <a:r>
              <a:rPr lang="en-US" u="sng" dirty="0" err="1"/>
              <a:t>hiirtä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540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22E54-E627-45E6-B1C6-FEA4C77EA2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80516" y="562381"/>
            <a:ext cx="4443984" cy="256219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avaa</a:t>
            </a:r>
            <a:r>
              <a:rPr lang="en-US" dirty="0"/>
              <a:t> Word tai </a:t>
            </a:r>
            <a:r>
              <a:rPr lang="en-US" dirty="0" err="1"/>
              <a:t>aktivoi</a:t>
            </a:r>
            <a:r>
              <a:rPr lang="en-US" dirty="0"/>
              <a:t> </a:t>
            </a:r>
            <a:r>
              <a:rPr lang="en-US" dirty="0" err="1"/>
              <a:t>Alt-Tab:illä</a:t>
            </a:r>
            <a:endParaRPr lang="en-US" dirty="0"/>
          </a:p>
          <a:p>
            <a:r>
              <a:rPr lang="en-US" dirty="0" err="1"/>
              <a:t>kirjoita</a:t>
            </a:r>
            <a:r>
              <a:rPr lang="en-US" dirty="0"/>
              <a:t> </a:t>
            </a:r>
            <a:r>
              <a:rPr lang="en-US" dirty="0" err="1"/>
              <a:t>valitsemasi</a:t>
            </a:r>
            <a:r>
              <a:rPr lang="en-US" dirty="0"/>
              <a:t> </a:t>
            </a:r>
            <a:r>
              <a:rPr lang="en-US" dirty="0" err="1"/>
              <a:t>nettiosoite</a:t>
            </a:r>
            <a:endParaRPr lang="en-US" dirty="0"/>
          </a:p>
          <a:p>
            <a:r>
              <a:rPr lang="en-US" dirty="0" err="1"/>
              <a:t>maalaa</a:t>
            </a:r>
            <a:r>
              <a:rPr lang="en-US" dirty="0"/>
              <a:t> </a:t>
            </a:r>
            <a:r>
              <a:rPr lang="en-US" dirty="0" err="1"/>
              <a:t>teksti</a:t>
            </a:r>
            <a:r>
              <a:rPr lang="en-US" dirty="0"/>
              <a:t> (</a:t>
            </a:r>
            <a:r>
              <a:rPr lang="en-US" dirty="0" err="1"/>
              <a:t>valitse</a:t>
            </a:r>
            <a:r>
              <a:rPr lang="en-US" dirty="0"/>
              <a:t> </a:t>
            </a:r>
            <a:r>
              <a:rPr lang="en-US" dirty="0" err="1"/>
              <a:t>kaikki</a:t>
            </a:r>
            <a:r>
              <a:rPr lang="en-US" dirty="0"/>
              <a:t>) ja </a:t>
            </a:r>
            <a:r>
              <a:rPr lang="en-US" dirty="0" err="1"/>
              <a:t>poista</a:t>
            </a:r>
            <a:r>
              <a:rPr lang="en-US" dirty="0"/>
              <a:t> se</a:t>
            </a:r>
          </a:p>
          <a:p>
            <a:r>
              <a:rPr lang="en-US" dirty="0" err="1"/>
              <a:t>palauta</a:t>
            </a:r>
            <a:r>
              <a:rPr lang="en-US" dirty="0"/>
              <a:t> </a:t>
            </a:r>
            <a:r>
              <a:rPr lang="en-US" dirty="0" err="1"/>
              <a:t>teksti</a:t>
            </a:r>
            <a:r>
              <a:rPr lang="en-US" dirty="0"/>
              <a:t> </a:t>
            </a:r>
            <a:r>
              <a:rPr lang="en-US" dirty="0" err="1"/>
              <a:t>takaisin</a:t>
            </a:r>
            <a:r>
              <a:rPr lang="en-US" dirty="0"/>
              <a:t> </a:t>
            </a:r>
            <a:r>
              <a:rPr lang="en-US" dirty="0" err="1"/>
              <a:t>näkyviin</a:t>
            </a:r>
            <a:endParaRPr lang="en-US" dirty="0"/>
          </a:p>
          <a:p>
            <a:r>
              <a:rPr lang="en-US" dirty="0" err="1"/>
              <a:t>maalaa</a:t>
            </a:r>
            <a:r>
              <a:rPr lang="en-US" dirty="0"/>
              <a:t> </a:t>
            </a:r>
            <a:r>
              <a:rPr lang="en-US" dirty="0" err="1"/>
              <a:t>taas</a:t>
            </a:r>
            <a:r>
              <a:rPr lang="en-US" dirty="0"/>
              <a:t> ja </a:t>
            </a:r>
            <a:r>
              <a:rPr lang="en-US" dirty="0" err="1"/>
              <a:t>kopioi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liitä</a:t>
            </a:r>
            <a:r>
              <a:rPr lang="en-US" dirty="0"/>
              <a:t> </a:t>
            </a:r>
            <a:r>
              <a:rPr lang="en-US" dirty="0" err="1"/>
              <a:t>teksti</a:t>
            </a:r>
            <a:r>
              <a:rPr lang="en-US" dirty="0"/>
              <a:t> </a:t>
            </a:r>
            <a:r>
              <a:rPr lang="en-US" dirty="0" err="1"/>
              <a:t>seuraavassa</a:t>
            </a:r>
            <a:r>
              <a:rPr lang="en-US" dirty="0"/>
              <a:t> </a:t>
            </a:r>
            <a:r>
              <a:rPr lang="en-US" dirty="0" err="1"/>
              <a:t>tehtävässä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87459-11EE-465A-AD51-57175D3D5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42805" y="2933981"/>
            <a:ext cx="4443984" cy="823912"/>
          </a:xfrm>
        </p:spPr>
        <p:txBody>
          <a:bodyPr/>
          <a:lstStyle/>
          <a:p>
            <a:r>
              <a:rPr lang="en-US" dirty="0"/>
              <a:t>2. Firefox / Chrome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FAB22-1BB2-425F-9037-E7519C014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42804" y="3898324"/>
            <a:ext cx="5224645" cy="272411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Avaa</a:t>
            </a:r>
            <a:r>
              <a:rPr lang="en-US" dirty="0"/>
              <a:t> </a:t>
            </a:r>
            <a:r>
              <a:rPr lang="en-US" dirty="0" err="1"/>
              <a:t>selain</a:t>
            </a:r>
            <a:r>
              <a:rPr lang="en-US" dirty="0"/>
              <a:t> tai </a:t>
            </a:r>
            <a:r>
              <a:rPr lang="en-US" dirty="0" err="1"/>
              <a:t>aktivoi</a:t>
            </a:r>
            <a:r>
              <a:rPr lang="en-US" dirty="0"/>
              <a:t> </a:t>
            </a:r>
            <a:r>
              <a:rPr lang="en-US" dirty="0" err="1"/>
              <a:t>Alt-Tab:illä</a:t>
            </a:r>
            <a:endParaRPr lang="en-US" dirty="0"/>
          </a:p>
          <a:p>
            <a:r>
              <a:rPr lang="en-US" dirty="0"/>
              <a:t>Vie </a:t>
            </a:r>
            <a:r>
              <a:rPr lang="en-US" dirty="0" err="1"/>
              <a:t>tekstikursori</a:t>
            </a:r>
            <a:r>
              <a:rPr lang="en-US" dirty="0"/>
              <a:t> </a:t>
            </a:r>
            <a:r>
              <a:rPr lang="en-US" dirty="0" err="1"/>
              <a:t>osoiteriville</a:t>
            </a:r>
            <a:endParaRPr lang="en-US" dirty="0"/>
          </a:p>
          <a:p>
            <a:r>
              <a:rPr lang="en-US" dirty="0" err="1"/>
              <a:t>Liitä</a:t>
            </a:r>
            <a:r>
              <a:rPr lang="en-US" dirty="0"/>
              <a:t> (tai </a:t>
            </a:r>
            <a:r>
              <a:rPr lang="en-US" dirty="0" err="1"/>
              <a:t>kirjoita</a:t>
            </a:r>
            <a:r>
              <a:rPr lang="en-US" dirty="0"/>
              <a:t>) </a:t>
            </a:r>
            <a:r>
              <a:rPr lang="en-US" dirty="0" err="1"/>
              <a:t>nettiosoite</a:t>
            </a:r>
            <a:r>
              <a:rPr lang="en-US" dirty="0"/>
              <a:t> ja </a:t>
            </a:r>
            <a:r>
              <a:rPr lang="en-US" dirty="0" err="1"/>
              <a:t>paina</a:t>
            </a:r>
            <a:r>
              <a:rPr lang="en-US" dirty="0"/>
              <a:t> Enter</a:t>
            </a:r>
          </a:p>
          <a:p>
            <a:r>
              <a:rPr lang="en-US" dirty="0" err="1"/>
              <a:t>Lisää</a:t>
            </a:r>
            <a:r>
              <a:rPr lang="en-US" dirty="0"/>
              <a:t> </a:t>
            </a:r>
            <a:r>
              <a:rPr lang="en-US" dirty="0" err="1"/>
              <a:t>muutama</a:t>
            </a:r>
            <a:r>
              <a:rPr lang="en-US" dirty="0"/>
              <a:t> </a:t>
            </a:r>
            <a:r>
              <a:rPr lang="en-US" dirty="0" err="1"/>
              <a:t>välilehti</a:t>
            </a:r>
            <a:endParaRPr lang="en-US" dirty="0"/>
          </a:p>
          <a:p>
            <a:r>
              <a:rPr lang="en-US" dirty="0" err="1"/>
              <a:t>Mene</a:t>
            </a:r>
            <a:r>
              <a:rPr lang="en-US" dirty="0"/>
              <a:t> </a:t>
            </a:r>
            <a:r>
              <a:rPr lang="en-US" dirty="0" err="1"/>
              <a:t>youtubeen</a:t>
            </a:r>
            <a:endParaRPr lang="en-US" dirty="0"/>
          </a:p>
          <a:p>
            <a:r>
              <a:rPr lang="en-US" dirty="0" err="1"/>
              <a:t>Sulje</a:t>
            </a:r>
            <a:r>
              <a:rPr lang="en-US" dirty="0"/>
              <a:t> </a:t>
            </a:r>
            <a:r>
              <a:rPr lang="en-US" dirty="0" err="1"/>
              <a:t>välilehti</a:t>
            </a:r>
            <a:r>
              <a:rPr lang="en-US" dirty="0"/>
              <a:t> ja </a:t>
            </a:r>
            <a:r>
              <a:rPr lang="en-US" dirty="0" err="1"/>
              <a:t>palauta</a:t>
            </a:r>
            <a:r>
              <a:rPr lang="en-US" dirty="0"/>
              <a:t> se (</a:t>
            </a:r>
            <a:r>
              <a:rPr lang="en-US" dirty="0" err="1"/>
              <a:t>pitäisi</a:t>
            </a:r>
            <a:r>
              <a:rPr lang="en-US" dirty="0"/>
              <a:t> </a:t>
            </a:r>
            <a:r>
              <a:rPr lang="en-US" dirty="0" err="1"/>
              <a:t>palautua</a:t>
            </a:r>
            <a:r>
              <a:rPr lang="en-US" dirty="0"/>
              <a:t> </a:t>
            </a:r>
            <a:r>
              <a:rPr lang="en-US" dirty="0" err="1"/>
              <a:t>youtubeen</a:t>
            </a:r>
            <a:r>
              <a:rPr lang="en-US" dirty="0"/>
              <a:t>)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87B009B-005F-4E8C-8805-CF36E9B8B6AC}"/>
              </a:ext>
            </a:extLst>
          </p:cNvPr>
          <p:cNvSpPr txBox="1">
            <a:spLocks/>
          </p:cNvSpPr>
          <p:nvPr/>
        </p:nvSpPr>
        <p:spPr>
          <a:xfrm>
            <a:off x="6267449" y="2968541"/>
            <a:ext cx="444398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3000" b="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4. Outlook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D844DA20-EBEF-4E4C-B29A-5CC5329EBB4F}"/>
              </a:ext>
            </a:extLst>
          </p:cNvPr>
          <p:cNvSpPr txBox="1">
            <a:spLocks/>
          </p:cNvSpPr>
          <p:nvPr/>
        </p:nvSpPr>
        <p:spPr>
          <a:xfrm>
            <a:off x="6376416" y="3815168"/>
            <a:ext cx="5910834" cy="2876582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Avaa</a:t>
            </a:r>
            <a:r>
              <a:rPr lang="en-US" dirty="0"/>
              <a:t> Outlook tai </a:t>
            </a:r>
            <a:r>
              <a:rPr lang="en-US" dirty="0" err="1"/>
              <a:t>aktivoi</a:t>
            </a:r>
            <a:r>
              <a:rPr lang="en-US" dirty="0"/>
              <a:t> Alt-</a:t>
            </a:r>
            <a:r>
              <a:rPr lang="en-US" dirty="0" err="1"/>
              <a:t>Tabillä</a:t>
            </a:r>
            <a:endParaRPr lang="en-US" dirty="0"/>
          </a:p>
          <a:p>
            <a:r>
              <a:rPr lang="en-US" dirty="0" err="1"/>
              <a:t>Vaihtele</a:t>
            </a:r>
            <a:r>
              <a:rPr lang="en-US" dirty="0"/>
              <a:t> </a:t>
            </a:r>
            <a:r>
              <a:rPr lang="en-US" dirty="0" err="1"/>
              <a:t>kalenteri</a:t>
            </a:r>
            <a:r>
              <a:rPr lang="en-US" dirty="0"/>
              <a:t>/</a:t>
            </a:r>
            <a:r>
              <a:rPr lang="en-US" dirty="0" err="1"/>
              <a:t>postilaatikko</a:t>
            </a:r>
            <a:r>
              <a:rPr lang="en-US" dirty="0"/>
              <a:t> -</a:t>
            </a:r>
            <a:r>
              <a:rPr lang="en-US" dirty="0" err="1"/>
              <a:t>tilojen</a:t>
            </a:r>
            <a:r>
              <a:rPr lang="en-US" dirty="0"/>
              <a:t> </a:t>
            </a:r>
            <a:r>
              <a:rPr lang="en-US" dirty="0" err="1"/>
              <a:t>väleillä</a:t>
            </a:r>
            <a:endParaRPr lang="en-US" dirty="0"/>
          </a:p>
          <a:p>
            <a:r>
              <a:rPr lang="en-US" dirty="0" err="1"/>
              <a:t>Kirjoita</a:t>
            </a:r>
            <a:r>
              <a:rPr lang="en-US" dirty="0"/>
              <a:t> ja </a:t>
            </a:r>
            <a:r>
              <a:rPr lang="en-US" dirty="0" err="1"/>
              <a:t>lähetä</a:t>
            </a:r>
            <a:r>
              <a:rPr lang="en-US" dirty="0"/>
              <a:t> </a:t>
            </a:r>
            <a:r>
              <a:rPr lang="en-US" dirty="0" err="1"/>
              <a:t>itsellesi</a:t>
            </a:r>
            <a:r>
              <a:rPr lang="en-US" dirty="0"/>
              <a:t> </a:t>
            </a:r>
            <a:r>
              <a:rPr lang="en-US" dirty="0" err="1"/>
              <a:t>lyhyt</a:t>
            </a:r>
            <a:r>
              <a:rPr lang="en-US" dirty="0"/>
              <a:t> </a:t>
            </a:r>
            <a:r>
              <a:rPr lang="en-US" dirty="0" err="1"/>
              <a:t>viesti</a:t>
            </a:r>
            <a:endParaRPr lang="en-US" dirty="0"/>
          </a:p>
          <a:p>
            <a:r>
              <a:rPr lang="en-US" dirty="0" err="1"/>
              <a:t>Avaa</a:t>
            </a:r>
            <a:r>
              <a:rPr lang="en-US" dirty="0"/>
              <a:t> </a:t>
            </a:r>
            <a:r>
              <a:rPr lang="en-US" dirty="0" err="1"/>
              <a:t>joku</a:t>
            </a:r>
            <a:r>
              <a:rPr lang="en-US" dirty="0"/>
              <a:t> </a:t>
            </a:r>
            <a:r>
              <a:rPr lang="en-US" dirty="0" err="1"/>
              <a:t>viesti</a:t>
            </a:r>
            <a:r>
              <a:rPr lang="en-US" dirty="0"/>
              <a:t> </a:t>
            </a:r>
            <a:r>
              <a:rPr lang="en-US" dirty="0" err="1"/>
              <a:t>uuteen</a:t>
            </a:r>
            <a:r>
              <a:rPr lang="en-US" dirty="0"/>
              <a:t> </a:t>
            </a:r>
            <a:r>
              <a:rPr lang="en-US" dirty="0" err="1"/>
              <a:t>ikkunaan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(</a:t>
            </a:r>
            <a:r>
              <a:rPr lang="en-US" i="1" dirty="0" err="1"/>
              <a:t>tässä</a:t>
            </a:r>
            <a:r>
              <a:rPr lang="en-US" i="1" dirty="0"/>
              <a:t> </a:t>
            </a:r>
            <a:r>
              <a:rPr lang="en-US" i="1" dirty="0" err="1"/>
              <a:t>tuplaklikkaus</a:t>
            </a:r>
            <a:r>
              <a:rPr lang="en-US" i="1" dirty="0"/>
              <a:t> </a:t>
            </a:r>
            <a:r>
              <a:rPr lang="en-US" i="1" dirty="0" err="1"/>
              <a:t>hiirellä</a:t>
            </a:r>
            <a:r>
              <a:rPr lang="en-US" i="1" dirty="0"/>
              <a:t> </a:t>
            </a:r>
            <a:r>
              <a:rPr lang="en-US" i="1" dirty="0" err="1"/>
              <a:t>kätevin</a:t>
            </a:r>
            <a:r>
              <a:rPr lang="en-US" dirty="0"/>
              <a:t>)</a:t>
            </a:r>
          </a:p>
          <a:p>
            <a:r>
              <a:rPr lang="en-US" dirty="0" err="1"/>
              <a:t>Siirry</a:t>
            </a:r>
            <a:r>
              <a:rPr lang="en-US" dirty="0"/>
              <a:t> </a:t>
            </a:r>
            <a:r>
              <a:rPr lang="en-US" dirty="0" err="1"/>
              <a:t>viestistä</a:t>
            </a:r>
            <a:r>
              <a:rPr lang="en-US" dirty="0"/>
              <a:t> </a:t>
            </a:r>
            <a:r>
              <a:rPr lang="en-US" dirty="0" err="1"/>
              <a:t>toiseen</a:t>
            </a:r>
            <a:r>
              <a:rPr lang="en-US" dirty="0"/>
              <a:t>, ja </a:t>
            </a:r>
            <a:r>
              <a:rPr lang="en-US" dirty="0" err="1"/>
              <a:t>kun</a:t>
            </a:r>
            <a:r>
              <a:rPr lang="en-US" dirty="0"/>
              <a:t> </a:t>
            </a:r>
            <a:r>
              <a:rPr lang="en-US" dirty="0" err="1"/>
              <a:t>sopiva</a:t>
            </a:r>
            <a:r>
              <a:rPr lang="en-US" dirty="0"/>
              <a:t> </a:t>
            </a:r>
            <a:r>
              <a:rPr lang="en-US" dirty="0" err="1"/>
              <a:t>viesti</a:t>
            </a:r>
            <a:r>
              <a:rPr lang="en-US" dirty="0"/>
              <a:t> </a:t>
            </a:r>
            <a:r>
              <a:rPr lang="en-US" dirty="0" err="1"/>
              <a:t>osuu</a:t>
            </a:r>
            <a:r>
              <a:rPr lang="en-US" dirty="0"/>
              <a:t> </a:t>
            </a:r>
            <a:r>
              <a:rPr lang="en-US" dirty="0" err="1"/>
              <a:t>kohdalle</a:t>
            </a:r>
            <a:r>
              <a:rPr lang="en-US" dirty="0"/>
              <a:t>….</a:t>
            </a:r>
          </a:p>
          <a:p>
            <a:r>
              <a:rPr lang="en-US" dirty="0"/>
              <a:t>…</a:t>
            </a:r>
            <a:r>
              <a:rPr lang="en-US" dirty="0" err="1"/>
              <a:t>Uudelleenvälitä</a:t>
            </a:r>
            <a:r>
              <a:rPr lang="en-US" dirty="0"/>
              <a:t> </a:t>
            </a:r>
            <a:r>
              <a:rPr lang="en-US" dirty="0" err="1"/>
              <a:t>joku</a:t>
            </a:r>
            <a:r>
              <a:rPr lang="en-US" dirty="0"/>
              <a:t> </a:t>
            </a:r>
            <a:r>
              <a:rPr lang="en-US" dirty="0" err="1"/>
              <a:t>viesti</a:t>
            </a:r>
            <a:r>
              <a:rPr lang="en-US" dirty="0"/>
              <a:t> </a:t>
            </a:r>
            <a:r>
              <a:rPr lang="en-US" dirty="0" err="1"/>
              <a:t>kollegalle</a:t>
            </a:r>
            <a:endParaRPr lang="en-US" dirty="0"/>
          </a:p>
          <a:p>
            <a:r>
              <a:rPr lang="en-US" dirty="0"/>
              <a:t>…</a:t>
            </a:r>
            <a:r>
              <a:rPr lang="en-US" dirty="0" err="1"/>
              <a:t>Vastaa</a:t>
            </a:r>
            <a:r>
              <a:rPr lang="en-US" dirty="0"/>
              <a:t> </a:t>
            </a:r>
            <a:r>
              <a:rPr lang="en-US" dirty="0" err="1"/>
              <a:t>johonkin</a:t>
            </a:r>
            <a:r>
              <a:rPr lang="en-US" dirty="0"/>
              <a:t> </a:t>
            </a:r>
            <a:r>
              <a:rPr lang="en-US" dirty="0" err="1"/>
              <a:t>viesteistä</a:t>
            </a:r>
            <a:endParaRPr lang="en-US" dirty="0"/>
          </a:p>
          <a:p>
            <a:r>
              <a:rPr lang="en-US" dirty="0" err="1"/>
              <a:t>Aktivoi</a:t>
            </a:r>
            <a:r>
              <a:rPr lang="en-US" dirty="0"/>
              <a:t> </a:t>
            </a:r>
            <a:r>
              <a:rPr lang="en-US" dirty="0" err="1"/>
              <a:t>vielä</a:t>
            </a:r>
            <a:r>
              <a:rPr lang="en-US" dirty="0"/>
              <a:t> </a:t>
            </a:r>
            <a:r>
              <a:rPr lang="en-US" dirty="0" err="1"/>
              <a:t>lopuksi</a:t>
            </a:r>
            <a:r>
              <a:rPr lang="en-US" dirty="0"/>
              <a:t> </a:t>
            </a:r>
            <a:r>
              <a:rPr lang="en-US" dirty="0" err="1"/>
              <a:t>firefox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6091F605-69E6-4BA1-9B29-97C8E9309B99}"/>
              </a:ext>
            </a:extLst>
          </p:cNvPr>
          <p:cNvSpPr txBox="1">
            <a:spLocks/>
          </p:cNvSpPr>
          <p:nvPr/>
        </p:nvSpPr>
        <p:spPr>
          <a:xfrm>
            <a:off x="6376416" y="-276715"/>
            <a:ext cx="444398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3000" b="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3. </a:t>
            </a:r>
            <a:r>
              <a:rPr lang="en-US" dirty="0" err="1"/>
              <a:t>Youtube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6E8538A-E3E9-4371-8C41-D35A05A7F998}"/>
              </a:ext>
            </a:extLst>
          </p:cNvPr>
          <p:cNvSpPr txBox="1">
            <a:spLocks/>
          </p:cNvSpPr>
          <p:nvPr/>
        </p:nvSpPr>
        <p:spPr>
          <a:xfrm>
            <a:off x="1080516" y="-268986"/>
            <a:ext cx="444398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3000" b="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b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1.Perusasiat (</a:t>
            </a:r>
            <a:r>
              <a:rPr lang="en-US" dirty="0" err="1"/>
              <a:t>ilman</a:t>
            </a:r>
            <a:r>
              <a:rPr lang="en-US" dirty="0"/>
              <a:t> </a:t>
            </a:r>
            <a:r>
              <a:rPr lang="en-US" dirty="0" err="1"/>
              <a:t>hiirtä</a:t>
            </a:r>
            <a:r>
              <a:rPr lang="en-US" dirty="0"/>
              <a:t>!)</a:t>
            </a:r>
            <a:endParaRPr lang="en-US" u="sng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D6A4B798-622E-4327-8DC3-2F9FA477F4F1}"/>
              </a:ext>
            </a:extLst>
          </p:cNvPr>
          <p:cNvSpPr txBox="1">
            <a:spLocks/>
          </p:cNvSpPr>
          <p:nvPr/>
        </p:nvSpPr>
        <p:spPr>
          <a:xfrm>
            <a:off x="6376416" y="598286"/>
            <a:ext cx="5586984" cy="27050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Valitse</a:t>
            </a:r>
            <a:r>
              <a:rPr lang="en-US" dirty="0"/>
              <a:t> </a:t>
            </a:r>
            <a:r>
              <a:rPr lang="en-US" dirty="0" err="1"/>
              <a:t>haluamasi</a:t>
            </a:r>
            <a:r>
              <a:rPr lang="en-US" dirty="0"/>
              <a:t> video. (</a:t>
            </a:r>
            <a:r>
              <a:rPr lang="en-US" dirty="0" err="1"/>
              <a:t>esim</a:t>
            </a:r>
            <a:r>
              <a:rPr lang="en-US" dirty="0"/>
              <a:t>. “Procrastination Ted Talk”)</a:t>
            </a:r>
          </a:p>
          <a:p>
            <a:r>
              <a:rPr lang="en-US" dirty="0" err="1"/>
              <a:t>Vaimenna</a:t>
            </a:r>
            <a:r>
              <a:rPr lang="en-US" dirty="0"/>
              <a:t> &amp; </a:t>
            </a:r>
            <a:r>
              <a:rPr lang="en-US" dirty="0" err="1"/>
              <a:t>palauta</a:t>
            </a:r>
            <a:r>
              <a:rPr lang="en-US" dirty="0"/>
              <a:t> </a:t>
            </a:r>
            <a:r>
              <a:rPr lang="en-US" dirty="0" err="1"/>
              <a:t>ääni</a:t>
            </a:r>
            <a:endParaRPr lang="en-US" dirty="0"/>
          </a:p>
          <a:p>
            <a:r>
              <a:rPr lang="en-US" dirty="0" err="1"/>
              <a:t>Nopeuta</a:t>
            </a:r>
            <a:r>
              <a:rPr lang="en-US" dirty="0"/>
              <a:t> &amp; </a:t>
            </a:r>
            <a:r>
              <a:rPr lang="en-US" dirty="0" err="1"/>
              <a:t>hidasta</a:t>
            </a:r>
            <a:endParaRPr lang="en-US" dirty="0"/>
          </a:p>
          <a:p>
            <a:r>
              <a:rPr lang="en-US" dirty="0" err="1"/>
              <a:t>Laita</a:t>
            </a:r>
            <a:r>
              <a:rPr lang="en-US" dirty="0"/>
              <a:t> </a:t>
            </a:r>
            <a:r>
              <a:rPr lang="en-US" dirty="0" err="1"/>
              <a:t>pauselle</a:t>
            </a:r>
            <a:r>
              <a:rPr lang="en-US" dirty="0"/>
              <a:t> &amp; </a:t>
            </a:r>
            <a:r>
              <a:rPr lang="en-US" dirty="0" err="1"/>
              <a:t>jatka</a:t>
            </a:r>
            <a:r>
              <a:rPr lang="en-US" dirty="0"/>
              <a:t> </a:t>
            </a:r>
            <a:r>
              <a:rPr lang="en-US" dirty="0" err="1"/>
              <a:t>kuuntelua</a:t>
            </a:r>
            <a:endParaRPr lang="en-US" dirty="0"/>
          </a:p>
          <a:p>
            <a:r>
              <a:rPr lang="en-US" dirty="0" err="1"/>
              <a:t>Hypi</a:t>
            </a:r>
            <a:r>
              <a:rPr lang="en-US" dirty="0"/>
              <a:t> </a:t>
            </a:r>
            <a:r>
              <a:rPr lang="en-US" dirty="0" err="1"/>
              <a:t>muutama</a:t>
            </a:r>
            <a:r>
              <a:rPr lang="en-US" dirty="0"/>
              <a:t> </a:t>
            </a:r>
            <a:r>
              <a:rPr lang="en-US" dirty="0" err="1"/>
              <a:t>kerta</a:t>
            </a:r>
            <a:r>
              <a:rPr lang="en-US" dirty="0"/>
              <a:t> 10s </a:t>
            </a:r>
            <a:r>
              <a:rPr lang="en-US" dirty="0" err="1"/>
              <a:t>eteen</a:t>
            </a:r>
            <a:r>
              <a:rPr lang="en-US" dirty="0"/>
              <a:t> &amp; </a:t>
            </a:r>
            <a:r>
              <a:rPr lang="en-US" dirty="0" err="1"/>
              <a:t>taaksepäin</a:t>
            </a:r>
            <a:endParaRPr lang="en-US" dirty="0"/>
          </a:p>
          <a:p>
            <a:r>
              <a:rPr lang="en-US" dirty="0" err="1"/>
              <a:t>Mene</a:t>
            </a:r>
            <a:r>
              <a:rPr lang="en-US" dirty="0"/>
              <a:t> </a:t>
            </a:r>
            <a:r>
              <a:rPr lang="en-US" dirty="0" err="1"/>
              <a:t>koko</a:t>
            </a:r>
            <a:r>
              <a:rPr lang="en-US" dirty="0"/>
              <a:t> </a:t>
            </a:r>
            <a:r>
              <a:rPr lang="en-US" dirty="0" err="1"/>
              <a:t>ruudun</a:t>
            </a:r>
            <a:r>
              <a:rPr lang="en-US" dirty="0"/>
              <a:t> </a:t>
            </a:r>
            <a:r>
              <a:rPr lang="en-US" dirty="0" err="1"/>
              <a:t>tilaan</a:t>
            </a:r>
            <a:r>
              <a:rPr lang="en-US" dirty="0"/>
              <a:t> &amp; </a:t>
            </a:r>
            <a:r>
              <a:rPr lang="en-US" dirty="0" err="1"/>
              <a:t>takaisin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233333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FD4753E50B0F49B6F66B03C34D4F30" ma:contentTypeVersion="11" ma:contentTypeDescription="Create a new document." ma:contentTypeScope="" ma:versionID="9466fca2d36990ca5a496bc96cde705d">
  <xsd:schema xmlns:xsd="http://www.w3.org/2001/XMLSchema" xmlns:xs="http://www.w3.org/2001/XMLSchema" xmlns:p="http://schemas.microsoft.com/office/2006/metadata/properties" xmlns:ns3="47c3eccc-8e0f-4563-a913-23722f66b7e3" xmlns:ns4="b491822b-b21e-4c71-8ff4-1c8017d6891e" targetNamespace="http://schemas.microsoft.com/office/2006/metadata/properties" ma:root="true" ma:fieldsID="e9e165ad57de2aa3f03314ea23ac94c0" ns3:_="" ns4:_="">
    <xsd:import namespace="47c3eccc-8e0f-4563-a913-23722f66b7e3"/>
    <xsd:import namespace="b491822b-b21e-4c71-8ff4-1c8017d6891e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c3eccc-8e0f-4563-a913-23722f66b7e3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91822b-b21e-4c71-8ff4-1c8017d689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B8C4D56-DF7F-4D5F-A84B-2524525812F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105D9D19-68B8-487F-882C-1D8ABB8908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AEC87A-DB00-441D-B734-8E499141B39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7c3eccc-8e0f-4563-a913-23722f66b7e3"/>
    <ds:schemaRef ds:uri="b491822b-b21e-4c71-8ff4-1c8017d689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TM10001105[[fn=Crop]]</Template>
  <TotalTime>141</TotalTime>
  <Words>145</Words>
  <Application>Microsoft Office PowerPoint</Application>
  <PresentationFormat>Widescreen</PresentationFormat>
  <Paragraphs>31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Franklin Gothic Book</vt:lpstr>
      <vt:lpstr>Crop</vt:lpstr>
      <vt:lpstr>Tehtäviä &amp; tauko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Tehtäviä</dc:title>
  <dc:creator>Mäki, Miika S</dc:creator>
  <cp:lastModifiedBy>Miika Mäki</cp:lastModifiedBy>
  <cp:revision>6</cp:revision>
  <dcterms:created xsi:type="dcterms:W3CDTF">2019-12-11T08:01:13Z</dcterms:created>
  <dcterms:modified xsi:type="dcterms:W3CDTF">2019-12-11T14:18:50Z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0x01010057FD4753E50B0F49B6F66B03C34D4F30</vt:lpwstr>
  </property>
</Properties>
</file>